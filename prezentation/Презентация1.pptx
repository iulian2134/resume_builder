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43" d="100"/>
          <a:sy n="43" d="100"/>
        </p:scale>
        <p:origin x="7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61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615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772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680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517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331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226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536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76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959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537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89DF5-94A3-4C1F-ABBB-7F2FEBCB9F00}" type="datetimeFigureOut">
              <a:rPr lang="uk-UA" smtClean="0"/>
              <a:t>15.05.2026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EC7EE-BDD2-4FD0-B2E1-55946E398CC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81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94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38095</dc:creator>
  <cp:lastModifiedBy>38095</cp:lastModifiedBy>
  <cp:revision>1</cp:revision>
  <dcterms:created xsi:type="dcterms:W3CDTF">2026-05-15T16:17:32Z</dcterms:created>
  <dcterms:modified xsi:type="dcterms:W3CDTF">2026-05-15T16:18:12Z</dcterms:modified>
</cp:coreProperties>
</file>